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"/>
            <a:ext cx="3657600" cy="2743200"/>
          </a:xfrm>
          <a:prstGeom prst="rect">
            <a:avLst/>
          </a:prstGeom>
          <a:solidFill>
            <a:srgbClr val="00E5A0">
              <a:alpha val="12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65760"/>
            <a:ext cx="1645920" cy="1645920"/>
          </a:xfrm>
          <a:prstGeom prst="ellipse">
            <a:avLst/>
          </a:prstGeom>
          <a:solidFill>
            <a:srgbClr val="00E5A0">
              <a:alpha val="3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645920" y="1280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Livo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built into every handoff.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AI-Verified Parcel Delivery · Powered by GenLayer Intelligent Contracts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20624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GenLayer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disputes cost the industry billions annually.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1554480"/>
            <a:ext cx="2560320" cy="182880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554480"/>
            <a:ext cx="54864" cy="18288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$22B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4008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annually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fraud &amp; disputes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1554480"/>
            <a:ext cx="2560320" cy="182880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554480"/>
            <a:ext cx="54864" cy="18288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8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352044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Parcels disputed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no resolution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2560320" cy="182880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554480"/>
            <a:ext cx="54864" cy="18288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400800" y="24688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 traditional contracts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AI verification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70332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630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"Delivered but not received" — no cryptographic proof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397764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9044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Drivers and recipients have no shared source of truth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425196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178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dispute resolution: slow, biased, expensive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526280"/>
            <a:ext cx="109728" cy="10972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4531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contracts are blind to real-world delivery signals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731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DeLivo — AI-Verified Delivery on-chain.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57200" y="1554480"/>
            <a:ext cx="411480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554480"/>
            <a:ext cx="54864" cy="1508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 Telemetry Logging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0848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coordinates and timestamps logged immutably at pickup and delivery. Drivers add waypoints for full audit trail.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554480"/>
            <a:ext cx="411480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554480"/>
            <a:ext cx="54864" cy="1508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DeLivo Shield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20848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GenLayer validators run LLM consensus to detect route anomalies, GPS spoofing, and fraudulent photo proofs.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411480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46120"/>
            <a:ext cx="54864" cy="1508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📸  Photo Proof Verify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7764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photo URL stored on IPFS/Arweave. AI evaluates image authenticity before releasing payment.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246120"/>
            <a:ext cx="411480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0" y="3246120"/>
            <a:ext cx="54864" cy="1508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Optimistic Democracy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37764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Disputes escalate to GenLayer's validator court. Multiple independent LLMs arbitrate — no single point of failure.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 from pickup to paid.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85800" y="1417320"/>
            <a:ext cx="822960" cy="822960"/>
          </a:xfrm>
          <a:prstGeom prst="ellipse">
            <a:avLst/>
          </a:prstGeom>
          <a:solidFill>
            <a:srgbClr val="132047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36192" y="1828800"/>
            <a:ext cx="502920" cy="0"/>
          </a:xfrm>
          <a:prstGeom prst="line">
            <a:avLst/>
          </a:prstGeom>
          <a:noFill/>
          <a:ln w="1905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2743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 logs GPS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timestamp on-chain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04872" y="1417320"/>
            <a:ext cx="822960" cy="822960"/>
          </a:xfrm>
          <a:prstGeom prst="ellipse">
            <a:avLst/>
          </a:prstGeom>
          <a:solidFill>
            <a:srgbClr val="132047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55264" y="1828800"/>
            <a:ext cx="502920" cy="0"/>
          </a:xfrm>
          <a:prstGeom prst="line">
            <a:avLst/>
          </a:prstGeom>
          <a:noFill/>
          <a:ln w="1905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Transit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84832" y="2743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Waypoints recorded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audit trail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23944" y="1417320"/>
            <a:ext cx="822960" cy="822960"/>
          </a:xfrm>
          <a:prstGeom prst="ellipse">
            <a:avLst/>
          </a:prstGeom>
          <a:solidFill>
            <a:srgbClr val="132047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3944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74336" y="1828800"/>
            <a:ext cx="502920" cy="0"/>
          </a:xfrm>
          <a:prstGeom prst="line">
            <a:avLst/>
          </a:prstGeom>
          <a:noFill/>
          <a:ln w="1905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03904" y="2743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+ photo proof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submitted to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43016" y="1417320"/>
            <a:ext cx="822960" cy="822960"/>
          </a:xfrm>
          <a:prstGeom prst="ellipse">
            <a:avLst/>
          </a:prstGeom>
          <a:solidFill>
            <a:srgbClr val="00E5A0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43016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693408" y="1828800"/>
            <a:ext cx="502920" cy="0"/>
          </a:xfrm>
          <a:prstGeom prst="line">
            <a:avLst/>
          </a:prstGeom>
          <a:noFill/>
          <a:ln w="19050">
            <a:solidFill>
              <a:srgbClr val="00E5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Verify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22976" y="2743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DeLivo Shield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consensus runs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62088" y="1417320"/>
            <a:ext cx="822960" cy="822960"/>
          </a:xfrm>
          <a:prstGeom prst="ellipse">
            <a:avLst/>
          </a:prstGeom>
          <a:solidFill>
            <a:srgbClr val="132047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62088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42048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 / Dispute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42048" y="2743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Funds released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escalated to court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3566160"/>
            <a:ext cx="54864" cy="12801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DeLivo Shield — AI Consensus Detail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3977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GenLayer validators run independently with diverse LLMs. Each evaluates route consistency, timing anomalies, and photo authenticity. Consensus is reached via Optimistic Democracy — if validators agree on low fraud risk, payment is released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GENLAYER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other platform makes this possible.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57200" y="1417320"/>
            <a:ext cx="8229600" cy="484632"/>
          </a:xfrm>
          <a:prstGeom prst="rect">
            <a:avLst/>
          </a:prstGeom>
          <a:solidFill>
            <a:srgbClr val="00E5A0"/>
          </a:solidFill>
          <a:ln w="3810">
            <a:solidFill>
              <a:srgbClr val="1A2D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Smart Contract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GenLayer + DeLivo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947672"/>
            <a:ext cx="8229600" cy="484632"/>
          </a:xfrm>
          <a:prstGeom prst="rect">
            <a:avLst/>
          </a:prstGeom>
          <a:solidFill>
            <a:srgbClr val="1A2D5A"/>
          </a:solidFill>
          <a:ln w="3810">
            <a:solidFill>
              <a:srgbClr val="1A2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39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Fraud Detection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039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Not possible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0391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LLM consensus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478024"/>
            <a:ext cx="8229600" cy="484632"/>
          </a:xfrm>
          <a:prstGeom prst="rect">
            <a:avLst/>
          </a:prstGeom>
          <a:solidFill>
            <a:srgbClr val="132047"/>
          </a:solidFill>
          <a:ln w="3810">
            <a:solidFill>
              <a:srgbClr val="1A2D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569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data ingestion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2569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Needs oracle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25694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Native web fetch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008376"/>
            <a:ext cx="8229600" cy="484632"/>
          </a:xfrm>
          <a:prstGeom prst="rect">
            <a:avLst/>
          </a:prstGeom>
          <a:solidFill>
            <a:srgbClr val="1A2D5A"/>
          </a:solidFill>
          <a:ln w="3810">
            <a:solidFill>
              <a:srgbClr val="1A2D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099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Dispute resolution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099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Off-chain, manual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3099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On-chain validator court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538728"/>
            <a:ext cx="8229600" cy="484632"/>
          </a:xfrm>
          <a:prstGeom prst="rect">
            <a:avLst/>
          </a:prstGeom>
          <a:solidFill>
            <a:srgbClr val="132047"/>
          </a:solidFill>
          <a:ln w="3810">
            <a:solidFill>
              <a:srgbClr val="1A2D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630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Photo proof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3630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Not possible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3630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AI image reasoning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069080"/>
            <a:ext cx="8229600" cy="484632"/>
          </a:xfrm>
          <a:prstGeom prst="rect">
            <a:avLst/>
          </a:prstGeom>
          <a:solidFill>
            <a:srgbClr val="1A2D5A"/>
          </a:solidFill>
          <a:ln w="3810">
            <a:solidFill>
              <a:srgbClr val="1A2D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160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Non-deterministic logic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4160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Deterministic only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0" y="4160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Equivalence principle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Last-mile delivery is a $200B+ market with a trust problem.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1463040"/>
            <a:ext cx="2560320" cy="155448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463040"/>
            <a:ext cx="54864" cy="1554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$200B+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9436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last-mile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market (2025)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1463040"/>
            <a:ext cx="2560320" cy="155448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463040"/>
            <a:ext cx="54864" cy="1554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161B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47472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Parcels shipped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globally per year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463040"/>
            <a:ext cx="2560320" cy="155448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463040"/>
            <a:ext cx="54864" cy="15544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$22B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355080" y="23317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losses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disputes &amp; fraud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246120"/>
            <a:ext cx="256032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$22B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94360" y="4187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delivery fraud &amp; disputes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37560" y="3246120"/>
            <a:ext cx="256032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$4.4B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474720" y="4187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Tech-enabled courier platforms (top 20%)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246120"/>
            <a:ext cx="256032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5508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$440M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355080" y="4187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3 addressable with GenLayer rollout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fees. SaaS. Dispute arbitration.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57200" y="1508760"/>
            <a:ext cx="4023360" cy="160020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508760"/>
            <a:ext cx="54864" cy="1600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 Protocol Fee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6184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0.5–1%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0299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Per-delivery fee on payment released through DeLivo contracts. Scales with volume.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1508760"/>
            <a:ext cx="4023360" cy="160020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508760"/>
            <a:ext cx="54864" cy="1600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Enterprise SaaS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18120" y="16184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$2–5K/mo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20299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White-label DeLivo Shield for courier platforms, e-commerce giants, and logistics operators.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4023360" cy="160020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46120"/>
            <a:ext cx="54864" cy="1600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Dispute Arbitration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3558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$15–50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37673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 fee per dispute escalated to GenLayer validator court. Faster &amp; cheaper than litigation.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246120"/>
            <a:ext cx="4023360" cy="160020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246120"/>
            <a:ext cx="54864" cy="16002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🔌  API Access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18120" y="33558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$0.01/call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4920" y="376732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Developers integrate DeLivo verification into their own logistics apps via REST + on-chain.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731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testnet to global logistics infrastructure.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" y="2103120"/>
            <a:ext cx="7863840" cy="0"/>
          </a:xfrm>
          <a:prstGeom prst="line">
            <a:avLst/>
          </a:prstGeom>
          <a:noFill/>
          <a:ln w="19050">
            <a:solidFill>
              <a:srgbClr val="1A2D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1874520"/>
            <a:ext cx="457200" cy="457200"/>
          </a:xfrm>
          <a:prstGeom prst="ellipse">
            <a:avLst/>
          </a:prstGeom>
          <a:solidFill>
            <a:srgbClr val="00E5A0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Testnet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Contract deployment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GenLayer Asimov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DeLivo Shield MVP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96849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Driver + recipient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flows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874520"/>
            <a:ext cx="457200" cy="457200"/>
          </a:xfrm>
          <a:prstGeom prst="ellipse">
            <a:avLst/>
          </a:prstGeom>
          <a:solidFill>
            <a:srgbClr val="00E5A0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2025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0604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3 courier partner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3401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Photo proof IPFS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06040" y="396849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Dispute resolution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testing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1874520"/>
            <a:ext cx="457200" cy="457200"/>
          </a:xfrm>
          <a:prstGeom prst="ellipse">
            <a:avLst/>
          </a:prstGeom>
          <a:solidFill>
            <a:srgbClr val="132047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2026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Beta Launch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GenLayer mainnet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3401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Enterprise SDK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96849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First 10K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06640" y="1874520"/>
            <a:ext cx="457200" cy="457200"/>
          </a:xfrm>
          <a:prstGeom prst="ellipse">
            <a:avLst/>
          </a:prstGeom>
          <a:solidFill>
            <a:srgbClr val="132047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2423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12280" y="2834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10 logistics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partners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12280" y="3401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Multi-chain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12280" y="396849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DeLivo DAO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1A2D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operators, engineers, and blockchain natives.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57200" y="1508760"/>
            <a:ext cx="402336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508760"/>
            <a:ext cx="54864" cy="1508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1737360"/>
            <a:ext cx="731520" cy="731520"/>
          </a:xfrm>
          <a:prstGeom prst="ellipse">
            <a:avLst/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 / CEO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2103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Logistics ops + Web3 product. Ex-DHL,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years in last-mile delivery tech.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1508760"/>
            <a:ext cx="402336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1508760"/>
            <a:ext cx="54864" cy="1508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74920" y="1737360"/>
            <a:ext cx="731520" cy="731520"/>
          </a:xfrm>
          <a:prstGeom prst="ellipse">
            <a:avLst/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436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2103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contract engineer. GenLayer early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adopter. Ex-Ethereum Foundation.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402336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200400"/>
            <a:ext cx="54864" cy="1508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429000"/>
            <a:ext cx="731520" cy="731520"/>
          </a:xfrm>
          <a:prstGeom prst="ellipse">
            <a:avLst/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0876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/ ML Lead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08760" y="3794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fine-tuning + fraud detection.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Former research engineer at OpenAI.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3200400"/>
            <a:ext cx="4023360" cy="150876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3200400"/>
            <a:ext cx="54864" cy="1508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74920" y="3429000"/>
            <a:ext cx="731520" cy="731520"/>
          </a:xfrm>
          <a:prstGeom prst="ellipse">
            <a:avLst/>
          </a:prstGeom>
          <a:solidFill>
            <a:srgbClr val="00E5A0">
              <a:alpha val="2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94360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 of Growth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0" y="37947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SaaS growth. Scaled 3 logistics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startups from 0 to Series 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0E5A0">
              <a:alpha val="1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457200"/>
            <a:ext cx="2286000" cy="2286000"/>
          </a:xfrm>
          <a:prstGeom prst="ellipse">
            <a:avLst/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E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Round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697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— contracts, AI, mobile apps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127248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3172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 &amp; partnerships with courier platforms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60273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36484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&amp; community (GenLayer ecosystem)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0782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4123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Legal, ops, and compliance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solidFill>
            <a:srgbClr val="132047"/>
          </a:solidFill>
          <a:ln w="6350">
            <a:solidFill>
              <a:srgbClr val="1A2D5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contact@delivo.xyz  ·  delivo.xyz  ·  Built on GenLayer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DeLivo – Pitch Deck</dc:title>
  <dc:subject>PptxGenJS Presentation</dc:subject>
  <dc:creator>DeLivo</dc:creator>
  <cp:lastModifiedBy>DeLivo</cp:lastModifiedBy>
  <cp:revision>1</cp:revision>
  <dcterms:created xsi:type="dcterms:W3CDTF">2026-05-12T10:16:01Z</dcterms:created>
  <dcterms:modified xsi:type="dcterms:W3CDTF">2026-05-12T10:16:01Z</dcterms:modified>
</cp:coreProperties>
</file>